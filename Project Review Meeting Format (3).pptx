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6" r:id="rId2"/>
    <p:sldId id="260" r:id="rId3"/>
    <p:sldId id="278" r:id="rId4"/>
    <p:sldId id="257" r:id="rId5"/>
    <p:sldId id="321" r:id="rId6"/>
    <p:sldId id="326" r:id="rId7"/>
    <p:sldId id="322" r:id="rId8"/>
    <p:sldId id="323" r:id="rId9"/>
    <p:sldId id="324" r:id="rId10"/>
    <p:sldId id="277" r:id="rId11"/>
    <p:sldId id="320" r:id="rId12"/>
    <p:sldId id="327" r:id="rId1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A7EA8-9647-0182-FF1B-ABFEA0BF66B3}" v="6" dt="2026-06-11T09:02:06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40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www.klh.edu.i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Hotel Bar &amp; Minibar Tracking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66277"/>
            <a:ext cx="8458200" cy="2895600"/>
          </a:xfrm>
        </p:spPr>
        <p:txBody>
          <a:bodyPr>
            <a:normAutofit fontScale="400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2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Sahasra Yeruva                       2520080062</a:t>
            </a: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Bhavika Pawar                       2520030616</a:t>
            </a:r>
          </a:p>
          <a:p>
            <a:pPr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Team Number: 1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dirty="0">
              <a:solidFill>
                <a:srgbClr val="0D0D0D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D.Pavithra</a:t>
            </a:r>
            <a:endParaRPr lang="en-US" sz="34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BED8D-5B4C-C6AD-A1A2-3B730E16187D}"/>
              </a:ext>
            </a:extLst>
          </p:cNvPr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23E41-97D0-4F6C-49B5-B2194BF28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Outline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Project Flow Diagram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Objectives with Justification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Modules[Frontend web pages]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Conclusion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03F64-1981-E3B7-E2B4-D11A4F6B6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F074E8-72E0-E39A-EEE7-DFD44C874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The </a:t>
            </a:r>
            <a:r>
              <a:rPr lang="en-IN" dirty="0" err="1"/>
              <a:t>SmartSense</a:t>
            </a:r>
            <a:r>
              <a:rPr lang="en-IN" dirty="0"/>
              <a:t> Hotel Bar &amp; Minibar Management System is a web based hospitality solution designed to automate and optimize minibar inventory management, beverage tracking, billing reconciliation, and room servicing operations.</a:t>
            </a:r>
          </a:p>
          <a:p>
            <a:r>
              <a:rPr lang="en-IN" dirty="0"/>
              <a:t>The system replaces traditional manual tracking methods with a centralized digital platform that provides:</a:t>
            </a:r>
          </a:p>
          <a:p>
            <a:pPr marL="0" indent="0">
              <a:buNone/>
            </a:pPr>
            <a:r>
              <a:rPr lang="en-IN" dirty="0"/>
              <a:t>         1.Real-time inventory monitoring </a:t>
            </a:r>
          </a:p>
          <a:p>
            <a:pPr marL="0" indent="0">
              <a:buNone/>
            </a:pPr>
            <a:r>
              <a:rPr lang="en-IN" dirty="0"/>
              <a:t>         2.Automated replenishment workflows </a:t>
            </a:r>
          </a:p>
          <a:p>
            <a:pPr marL="0" indent="0">
              <a:buNone/>
            </a:pPr>
            <a:r>
              <a:rPr lang="en-IN" dirty="0"/>
              <a:t>         3.Billing synchronization </a:t>
            </a:r>
          </a:p>
          <a:p>
            <a:pPr marL="0" indent="0">
              <a:buNone/>
            </a:pPr>
            <a:r>
              <a:rPr lang="en-IN" dirty="0"/>
              <a:t>         4.Activity tracking and auditing </a:t>
            </a:r>
          </a:p>
          <a:p>
            <a:pPr marL="0" indent="0">
              <a:buNone/>
            </a:pPr>
            <a:r>
              <a:rPr lang="en-IN" dirty="0"/>
              <a:t>         5.Low-stock notifications </a:t>
            </a:r>
          </a:p>
          <a:p>
            <a:pPr marL="0" indent="0">
              <a:buNone/>
            </a:pPr>
            <a:r>
              <a:rPr lang="en-IN" dirty="0"/>
              <a:t>         6.Analytical dashboards </a:t>
            </a:r>
          </a:p>
          <a:p>
            <a:r>
              <a:rPr lang="en-IN" dirty="0"/>
              <a:t>The solution improves operational efficiency, minimizes revenue leakage, reduces billing errors, and enhances guest satisfaction. </a:t>
            </a:r>
          </a:p>
          <a:p>
            <a:endParaRPr lang="en-IN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39851-D9C0-A33B-6D40-99E6F7DCA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7586B6-5276-B3E3-CFD5-8DB648A7A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Hotels often face challenges in managing minibar inventory due to:</a:t>
            </a:r>
          </a:p>
          <a:p>
            <a:pPr marL="0" indent="0">
              <a:buNone/>
            </a:pPr>
            <a:r>
              <a:rPr lang="en-IN" dirty="0"/>
              <a:t>     1.Manual stock tracking </a:t>
            </a:r>
          </a:p>
          <a:p>
            <a:pPr marL="0" indent="0">
              <a:buNone/>
            </a:pPr>
            <a:r>
              <a:rPr lang="en-IN" dirty="0"/>
              <a:t>     2.Billing inaccuracies </a:t>
            </a:r>
          </a:p>
          <a:p>
            <a:pPr marL="0" indent="0">
              <a:buNone/>
            </a:pPr>
            <a:r>
              <a:rPr lang="en-IN" dirty="0"/>
              <a:t>     3.Delayed room servicing </a:t>
            </a:r>
          </a:p>
          <a:p>
            <a:pPr marL="0" indent="0">
              <a:buNone/>
            </a:pPr>
            <a:r>
              <a:rPr lang="en-IN" dirty="0"/>
              <a:t>     4.Inventory mismatches </a:t>
            </a:r>
          </a:p>
          <a:p>
            <a:pPr marL="0" indent="0">
              <a:buNone/>
            </a:pPr>
            <a:r>
              <a:rPr lang="en-IN" dirty="0"/>
              <a:t>     5.Lack of centralized monitoring </a:t>
            </a:r>
          </a:p>
          <a:p>
            <a:r>
              <a:rPr lang="en-IN" dirty="0" err="1"/>
              <a:t>SmartSense</a:t>
            </a:r>
            <a:r>
              <a:rPr lang="en-IN" dirty="0"/>
              <a:t> addresses these issues by providing a smart digital platform for tracking minibar consumption, managing inventory, generating reports, and coordinating staff operations in real time. 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39558-3DAD-272B-5CA3-14B0A3E7E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488A-85CD-AB3F-6CFA-D3CF620C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521-5D18-3AE3-CFBD-94ED2EED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7B1E9-20DA-C5AF-B180-FACA70436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Traditional hotel bar and minibar management relies on manual inventory tracking and disconnected communication between departments, leading to stock mismatches, billing errors, revenue leakage, delayed replenishment, and inefficient room servicing; therefore, there is a need for a centralized real time system that automates inventory monitoring, consumption tracking, billing reconciliation, and service coordination.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6AF5D-F740-815B-410D-F8AD0C19F9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7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1927C-18CB-E7CD-17FE-184519BC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BF7C-4E42-3323-319A-9E8717B9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A8919B-D2F8-AD13-EF7B-0B064723F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6437911-4C45-9CBD-46F4-BAE550682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059" y="609600"/>
            <a:ext cx="8041881" cy="505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96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8A46-CB7B-6564-F4CB-752687964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7678-0395-6DAC-CFB1-E2B3DAA9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E92AC0-5ACE-1D58-9D37-96B7B27D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      Objective 1:</a:t>
            </a:r>
            <a:r>
              <a:rPr lang="en-IN" dirty="0"/>
              <a:t>Digitize minibar inventory management.</a:t>
            </a:r>
          </a:p>
          <a:p>
            <a:pPr marL="0" indent="0">
              <a:buNone/>
            </a:pPr>
            <a:r>
              <a:rPr lang="en-IN" b="1" dirty="0"/>
              <a:t>      Justification:</a:t>
            </a:r>
            <a:r>
              <a:rPr lang="en-IN" dirty="0"/>
              <a:t> Eliminates manual record maintenance.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      Objective 2:</a:t>
            </a:r>
            <a:r>
              <a:rPr lang="en-IN" dirty="0"/>
              <a:t>Provide real-time inventory tracking.</a:t>
            </a:r>
          </a:p>
          <a:p>
            <a:pPr marL="0" indent="0">
              <a:buNone/>
            </a:pPr>
            <a:r>
              <a:rPr lang="en-IN" b="1" dirty="0"/>
              <a:t>      Justification:</a:t>
            </a:r>
            <a:r>
              <a:rPr lang="en-IN" dirty="0"/>
              <a:t> Prevents stock shortages and delays.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      Objective 3:</a:t>
            </a:r>
            <a:r>
              <a:rPr lang="en-IN" dirty="0"/>
              <a:t>Automate billing reconciliation.</a:t>
            </a:r>
          </a:p>
          <a:p>
            <a:pPr marL="0" indent="0">
              <a:buNone/>
            </a:pPr>
            <a:r>
              <a:rPr lang="en-IN" b="1" dirty="0"/>
              <a:t>      Justification:</a:t>
            </a:r>
            <a:r>
              <a:rPr lang="en-IN" dirty="0"/>
              <a:t> Improves billing accuracy.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      Objective 4:</a:t>
            </a:r>
            <a:r>
              <a:rPr lang="en-IN" dirty="0"/>
              <a:t>Enable replenishment workflow tracking.</a:t>
            </a:r>
          </a:p>
          <a:p>
            <a:pPr marL="0" indent="0">
              <a:buNone/>
            </a:pPr>
            <a:r>
              <a:rPr lang="en-IN" b="1" dirty="0"/>
              <a:t>      Justification:</a:t>
            </a:r>
            <a:r>
              <a:rPr lang="en-IN" dirty="0"/>
              <a:t> Enhances staff coordination.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      Objective 5:</a:t>
            </a:r>
            <a:r>
              <a:rPr lang="en-IN" dirty="0"/>
              <a:t>Provide analytics and reporting.</a:t>
            </a:r>
          </a:p>
          <a:p>
            <a:pPr marL="0" indent="0">
              <a:buNone/>
            </a:pPr>
            <a:r>
              <a:rPr lang="en-IN" b="1" dirty="0"/>
              <a:t>      Justification:</a:t>
            </a:r>
            <a:r>
              <a:rPr lang="en-IN" dirty="0"/>
              <a:t> Supports data driven decision making.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E80AD5-163E-DB68-2056-49EE1F1D6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9654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5BA9-1BD9-9B5B-2F31-1D5E87DE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2385-D33C-E0C3-891C-98EDDEA0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Modules [Frontend web pages]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1E6E8A-A995-51F8-4B85-FB8AFDAF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/>
              <a:t>Home Dashboard</a:t>
            </a:r>
          </a:p>
          <a:p>
            <a:endParaRPr lang="en-IN" sz="1800" dirty="0"/>
          </a:p>
          <a:p>
            <a:r>
              <a:rPr lang="en-IN" sz="1800" dirty="0"/>
              <a:t>Minibar Log</a:t>
            </a:r>
          </a:p>
          <a:p>
            <a:endParaRPr lang="en-IN" sz="1800" dirty="0"/>
          </a:p>
          <a:p>
            <a:r>
              <a:rPr lang="en-IN" sz="1800" dirty="0"/>
              <a:t>Consumption Form</a:t>
            </a:r>
          </a:p>
          <a:p>
            <a:endParaRPr lang="en-IN" sz="1800" dirty="0"/>
          </a:p>
          <a:p>
            <a:r>
              <a:rPr lang="en-IN" sz="1800" dirty="0"/>
              <a:t>Replenishment Schedule</a:t>
            </a:r>
          </a:p>
          <a:p>
            <a:endParaRPr lang="en-IN" sz="1800" dirty="0"/>
          </a:p>
          <a:p>
            <a:r>
              <a:rPr lang="en-IN" sz="1800" dirty="0"/>
              <a:t>Notifications</a:t>
            </a:r>
          </a:p>
          <a:p>
            <a:endParaRPr lang="en-IN" sz="1800" dirty="0"/>
          </a:p>
          <a:p>
            <a:r>
              <a:rPr lang="en-IN" sz="1800" dirty="0"/>
              <a:t>Inventory Charts</a:t>
            </a:r>
          </a:p>
          <a:p>
            <a:endParaRPr lang="en-IN" sz="1800" dirty="0"/>
          </a:p>
          <a:p>
            <a:r>
              <a:rPr lang="en-IN" sz="1800" dirty="0"/>
              <a:t>History Tracking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A09CE-DAD7-52FC-861A-08A399E89F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813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0219-72F6-E875-BE00-9DC12E32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D0D1-C48F-F8C2-40B0-E9727164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B392D-6672-9401-8EB8-2E1BA4885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1D5683C-2DA3-7D86-CB02-0DED27FB0C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143000"/>
            <a:ext cx="8229600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minibar inventory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stock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replenishment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inventory wastage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billing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staff accountability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report generation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guest satisfaction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hotel minibar management </a:t>
            </a:r>
          </a:p>
        </p:txBody>
      </p:sp>
    </p:spTree>
    <p:extLst>
      <p:ext uri="{BB962C8B-B14F-4D97-AF65-F5344CB8AC3E}">
        <p14:creationId xmlns:p14="http://schemas.microsoft.com/office/powerpoint/2010/main" val="2610488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22A072-7E3B-BDEF-9B7B-27625990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>
            <a:normAutofit fontScale="92500" lnSpcReduction="20000"/>
          </a:bodyPr>
          <a:lstStyle/>
          <a:p>
            <a:r>
              <a:rPr lang="en-IN" dirty="0" err="1"/>
              <a:t>SmartSense</a:t>
            </a:r>
            <a:r>
              <a:rPr lang="en-IN" dirty="0"/>
              <a:t> provides a centralized platform for managing hotel minibar operations through automation, inventory tracking, billing integration, and analytics</a:t>
            </a:r>
            <a:br>
              <a:rPr lang="en-IN" dirty="0"/>
            </a:br>
            <a:r>
              <a:rPr lang="en-IN" b="1" dirty="0"/>
              <a:t>Future Scope:</a:t>
            </a:r>
          </a:p>
          <a:p>
            <a:r>
              <a:rPr lang="en-IN" dirty="0"/>
              <a:t>AI-based demand forecasting </a:t>
            </a:r>
          </a:p>
          <a:p>
            <a:r>
              <a:rPr lang="en-IN" dirty="0"/>
              <a:t>IoT-enabled smart minibar sensors </a:t>
            </a:r>
          </a:p>
          <a:p>
            <a:r>
              <a:rPr lang="en-IN" dirty="0"/>
              <a:t>Mobile application integration </a:t>
            </a:r>
          </a:p>
          <a:p>
            <a:r>
              <a:rPr lang="en-IN" dirty="0"/>
              <a:t>Cloud deployment </a:t>
            </a:r>
          </a:p>
          <a:p>
            <a:r>
              <a:rPr lang="en-IN" dirty="0"/>
              <a:t>Predictive inventory analytics </a:t>
            </a:r>
          </a:p>
          <a:p>
            <a:r>
              <a:rPr lang="en-IN" dirty="0"/>
              <a:t>Multi-property hotel management support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884086-DCA6-09DA-2ED3-B35984EF31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A5246-9866-9B93-E230-979326343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105871F-3290-0115-53D3-B3313161ED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01029"/>
            <a:ext cx="87426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Weerasinghe, W.P.S.W., et al., "Research on Hotel Management System",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Sri Lanka Institute of Information Technology, 2022.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Hotel Inventory Management System, International Journal of Advanced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in Computer and Communication Engineering (IJARCCE).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an Important Room Mini Bar Management in Hotel PMS,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MyHotelLine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Blog – Inventory control, real-time monitoring, automated billing,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minibar analytics.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Hotel Inventory Management Software: A Complete Guide, SiteMinder 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Hotel inventory tracking, revenue optimization, reporting, and operational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Hotel Booking Web Application using MERN Stack, International Journal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Innovative Research in Science, Engineering and Technology (IJIRSET), 2025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2075-789A-8ABC-0318-3539CA69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D8B799-1014-A270-C662-4E878FAC9288}"/>
              </a:ext>
            </a:extLst>
          </p:cNvPr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41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3539</TotalTime>
  <Words>681</Words>
  <Application>Microsoft Office PowerPoint</Application>
  <PresentationFormat>On-screen Show (4:3)</PresentationFormat>
  <Paragraphs>116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Hotel Bar &amp; Minibar Tracking</vt:lpstr>
      <vt:lpstr>Outline of the Presentation</vt:lpstr>
      <vt:lpstr>Abstract</vt:lpstr>
      <vt:lpstr>Introduction</vt:lpstr>
      <vt:lpstr>Problem Statement </vt:lpstr>
      <vt:lpstr>PowerPoint Presentation</vt:lpstr>
      <vt:lpstr>Objectives with Justification </vt:lpstr>
      <vt:lpstr>Modules [Frontend web pages]</vt:lpstr>
      <vt:lpstr>Expected Outcomes of the Proposed Work </vt:lpstr>
      <vt:lpstr>Conclusion and 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Sahasra Yeruva</cp:lastModifiedBy>
  <cp:revision>204</cp:revision>
  <dcterms:created xsi:type="dcterms:W3CDTF">2006-08-16T00:00:00Z</dcterms:created>
  <dcterms:modified xsi:type="dcterms:W3CDTF">2026-06-11T09:03:15Z</dcterms:modified>
</cp:coreProperties>
</file>